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5470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Insider Threat Detection Using Elastic Net Regularized Logistic Regression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60077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Machine Learning Approach to Cybersecurity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Insider Threats?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3483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Authorized Users as Threats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Threats originating from employees, contractors, or partners with legitimate system access.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6296860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to Detect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77479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Malicious behavior closely resembles normal activity, making detection extremely difficult.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76192"/>
            <a:ext cx="6296860" cy="14423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7479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Severe Consequences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77479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breaches, financial losses, and lasting reputational damage to organizations.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2691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Traditional Systems Fall Short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1120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security systems were not designed to handle the complexity of human behavior. They rely on fixed thresholds and known patterns — but insider threats are dynamic, subtle, and constantly evolving.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188520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rules cannot adapt to changing employee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false-positive rates overwhelm security teams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Intelligent, behavior-based detection is essential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Solution: Elastic Net Regularized Logistic Regression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5774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Elastic Net?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60254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Elastic Net merges the strengths of two regularization strategies into one robust model.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23469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L1 (Lasso):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Selects only the most relevant behavioral features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L2 (Ridge):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Reduces overfitting for greater generalization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Binary Classification: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Labels users as normal or a potential insider threat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97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Analyzed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8398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322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Login Patterns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40920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Timing, frequency, and location of user login activity.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578398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 Access History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Records of which files are accessed, modified, or downloaded.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578398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USB Device Usage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of external storage device connections and data transfers.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578398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9322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&amp; Failed Logins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3409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Suspicious email activity and repeated failed authentication attempts.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Workflow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9398"/>
            <a:ext cx="10868745" cy="4771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05207" y="4165739"/>
            <a:ext cx="1905200" cy="58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Preprocessing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505207" y="4838333"/>
            <a:ext cx="1905200" cy="629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values, encode, normalize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54423" y="4596579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54423" y="4974750"/>
            <a:ext cx="1905200" cy="419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 as Normal or Potential Insider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5516" y="1719733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5516" y="2097904"/>
            <a:ext cx="1905200" cy="419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 Elastic Net logistic model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6120408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end-to-end pipeline transforms raw employee activity logs into reliable threat classifications.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Metrics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962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We Evaluate the Model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9391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set of metrics ensures the model is not only accurate but also fair and reliable across both threat and non-threat cases.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68812"/>
            <a:ext cx="6903269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Accuracy: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Overall correctness of predictions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Precision: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often flagged threats are truly malicious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Recall: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many actual threats are successfully caught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F1-Score: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Balanced metric combining precision and recall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Confusion Matrix: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Detailed breakdown of true/false positives and negatives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Benefits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56832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71304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suspicious behavior before damage occurs, enabling timely intervention.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099715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Preventive Action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Empowers security teams to act proactively rather than reactively.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&amp; Reliable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model architecture that scales with organizational growth.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6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6662" y="2226469"/>
            <a:ext cx="66198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enhances cybersecurity by improving the efficiency, accuracy, and scalability of insider threat detection systems — protecting organizations from internal security risks.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056408"/>
            <a:ext cx="25399" cy="1247378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633201" y="3516412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Elastic Net Regularized Logistic Regression model offers a principled, data-driven approach to a problem that traditional security systems cannot solve. By learning from behavioral patterns, it brings intelligence, adaptability, and precision to modern cybersecurity.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938713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225455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5156002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Behavior-based detection is the future of insider threat defense.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2026-09-01T08:07:16Z</dcterms:created>
  <dcterms:modified xsi:type="dcterms:W3CDTF">2026-09-01T08:07:16Z</dcterms:modified>
</cp:coreProperties>
</file>